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C3AED"/>
                </a:solidFill>
              </a:defRPr>
            </a:pPr>
            <a:r>
              <a:t>COLLEGIATE CAMPUS AUTOMATION</a:t>
            </a:r>
          </a:p>
          <a:p>
            <a:pPr>
              <a:spcAft>
                <a:spcPts val="1600"/>
              </a:spcAft>
              <a:defRPr sz="3600" b="1">
                <a:solidFill>
                  <a:srgbClr val="F1F5F9"/>
                </a:solidFill>
              </a:defRPr>
            </a:pPr>
            <a:r>
              <a:t>Hostel Outing Permission &amp;</a:t>
            </a:r>
            <a:br/>
            <a:r>
              <a:t>Approval Management System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Stage 3 AI-Assisted Development Loop &amp; Workflow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HOSTEL OUTING PERMISSION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The Real-World Hostel Outing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Manual Paperwork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Handwritten physical outing slips.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High risk of lost or forged permission forms.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No centralized audit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Coordination Delays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Students wait hours outside HOD/Warden offices.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Lack of parent verification tracking.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Unclear status updates for students.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Security &amp; Gate Gaps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Watchman cannot easily verify sign-offs.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Late returns are difficult to log accurately.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No role-scoped historical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HOSTEL OUTING PERMISSION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End-to-End Automated Solution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1. Student Request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Online submission.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Auto department &amp; block mapping.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Time window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2. HOD Review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Academic approval.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Strict department scope.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Approve or reject.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3. Warden Consent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Mandatory parent phone check.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Hostel block scope.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Final approval grant.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4. Gate Verification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Watchman verification.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Record Exit &amp; Return.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Late Return Detection.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HOSTEL OUTING PERMISSION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Production Tech Stack &amp;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Frontend Layer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React + Vite + TypeScript.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Vanilla CSS / Tailwind styling.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Role-based routing &amp; protected 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Backend Layer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FastAPI framework.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OAuth2 JWT Bearer authentication.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SQLAlchemy ORM + Pydantic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Data &amp; Security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Relational SQL schema.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Unified audit &amp; gate logs.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Strict role-based authorization.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HOSTEL OUTING PERMISSION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Strict Role-Based Authorization Scoping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STUDENT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Submit outing requests.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Cancel pending requests.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View own history only.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HOD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Academic approval.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Strict Department Scope.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View department history.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WARDEN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Parent phone consent check.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Strict Hostel Block Scope.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View block history.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WATCHMAN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Gate security desk.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Search all campus students.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Record Exit &amp; Return.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HOSTEL OUTING PERMISSION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Stage 3 AI Development Loop (Late Return Detection)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1. New Requirement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Feature: Late Return Detection.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Actual Return &gt; Expected Return.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Set status = LATE_RETURN.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2. Deliberate RED Run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New unit test created.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Pytest output: 1 FAILED.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Expected LATE_RETURN, got COMPLETED.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3. AI Debug &amp; GREEN Fix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AI analyzed root cause.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Updated watchman_record_return.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Pytest &amp; E2E: 100% PASSED.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HOSTEL OUTING PERMISSION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Empirical Verification &amp; Test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Backend Unit Tests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74 Passed / 0 Failed.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Pytest execution: 28.54s.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Role, workflow &amp; security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Playwright E2E Tests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8 Passed / 0 Failed.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E2E execution: 26.2s.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Full workflow &amp; directory tests.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Production Build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TypeScript tsc: 0 Errors.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Vite build: SUCCESS in 2.98s.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Zero regressions.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HOSTEL OUTING PERMISSION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5-Minute Demonstration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2-Min Architecture Overview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0:00 - 0:30: Problem &amp; manual permission delays.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0:30 - 1:00: Multi-role routing &amp; approval flow.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1:00 - 1:30: Role scoping (HOD Dept / Warden Block).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1:30 - 2:00: Stage 3 AI Loop &amp; Late Return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3-Min Live System Demo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2:00 - 2:30: Student creates request.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2:30 - 2:50: HOD grants academic approval.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2:50 - 3:10: Warden confirms parent &amp; final approves.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3:10 - 4:30: Watchman records exit &amp; late return.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4:30 - 5:00: Show LATE_RETURN in HOD/Warden History.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HOSTEL OUTING PERMISSION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Conclusion &amp; Project Accomplishments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Automation Delivered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Complete automated approval workflow.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Parent confirmation enforcement.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Gate security desk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Security &amp; Scoping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Strict department &amp; block isolation.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Backend JWT role enforcement.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Unified chronological audit timeline.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Stage 3 AI Success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Late Return Detection integrated.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Verified via RED -&gt; FIX -&gt; GREEN loop.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100% automated test coverage.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